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c8aee5db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c8aee5d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c8aee5db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c8aee5db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c8aee5d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c8aee5d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c8aee5db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c8aee5db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c8aee5db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c8aee5d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4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300" y="-292088"/>
            <a:ext cx="9178598" cy="5727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4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4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1287"/>
            <a:ext cx="9144003" cy="5706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4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