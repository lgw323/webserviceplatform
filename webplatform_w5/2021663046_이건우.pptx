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53d4c1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53d4c1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453d4c1b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453d4c1b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453d4c1b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453d4c1b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453d4c1b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453d4c1b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453d4c1b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453d4c1b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5004" l="0" r="0" t="4995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4995" l="0" r="0" t="5004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/>
          </a:blip>
          <a:srcRect b="4995" l="0" r="0" t="5004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/>
          <p:nvPr/>
        </p:nvSpPr>
        <p:spPr>
          <a:xfrm>
            <a:off x="292425" y="1080100"/>
            <a:ext cx="4896000" cy="3587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 title="useca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450" y="995225"/>
            <a:ext cx="8021100" cy="3795300"/>
          </a:xfrm>
          <a:prstGeom prst="roundRect">
            <a:avLst>
              <a:gd fmla="val 2383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 rotWithShape="1">
          <a:blip r:embed="rId3">
            <a:alphaModFix/>
          </a:blip>
          <a:srcRect b="4963" l="0" r="0" t="4963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/>
          <p:nvPr/>
        </p:nvSpPr>
        <p:spPr>
          <a:xfrm>
            <a:off x="141225" y="972100"/>
            <a:ext cx="8745900" cy="2366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 title="user flow.png"/>
          <p:cNvPicPr preferRelativeResize="0"/>
          <p:nvPr/>
        </p:nvPicPr>
        <p:blipFill rotWithShape="1">
          <a:blip r:embed="rId4">
            <a:alphaModFix/>
          </a:blip>
          <a:srcRect b="70137" l="20817" r="0" t="0"/>
          <a:stretch/>
        </p:blipFill>
        <p:spPr>
          <a:xfrm>
            <a:off x="420550" y="1078900"/>
            <a:ext cx="3751200" cy="2152800"/>
          </a:xfrm>
          <a:prstGeom prst="roundRect">
            <a:avLst>
              <a:gd fmla="val 1981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5000"/>
              </a:srgbClr>
            </a:outerShdw>
          </a:effectLst>
        </p:spPr>
      </p:pic>
      <p:pic>
        <p:nvPicPr>
          <p:cNvPr id="74" name="Google Shape;74;p16" title="user flow.png"/>
          <p:cNvPicPr preferRelativeResize="0"/>
          <p:nvPr/>
        </p:nvPicPr>
        <p:blipFill rotWithShape="1">
          <a:blip r:embed="rId4">
            <a:alphaModFix/>
          </a:blip>
          <a:srcRect b="0" l="0" r="23047" t="60218"/>
          <a:stretch/>
        </p:blipFill>
        <p:spPr>
          <a:xfrm>
            <a:off x="5986776" y="1078900"/>
            <a:ext cx="2736600" cy="2152800"/>
          </a:xfrm>
          <a:prstGeom prst="roundRect">
            <a:avLst>
              <a:gd fmla="val 2621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5000"/>
              </a:srgbClr>
            </a:outerShdw>
          </a:effectLst>
        </p:spPr>
      </p:pic>
      <p:pic>
        <p:nvPicPr>
          <p:cNvPr id="75" name="Google Shape;75;p16" title="user flow.png"/>
          <p:cNvPicPr preferRelativeResize="0"/>
          <p:nvPr/>
        </p:nvPicPr>
        <p:blipFill rotWithShape="1">
          <a:blip r:embed="rId4">
            <a:alphaModFix/>
          </a:blip>
          <a:srcRect b="39274" l="20817" r="39591" t="29865"/>
          <a:stretch/>
        </p:blipFill>
        <p:spPr>
          <a:xfrm>
            <a:off x="4171826" y="1078900"/>
            <a:ext cx="1815000" cy="2152800"/>
          </a:xfrm>
          <a:prstGeom prst="roundRect">
            <a:avLst>
              <a:gd fmla="val 3139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 rotWithShape="1">
          <a:blip r:embed="rId3">
            <a:alphaModFix/>
          </a:blip>
          <a:srcRect b="4995" l="0" r="0" t="5004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 rotWithShape="1">
          <a:blip r:embed="rId4">
            <a:alphaModFix/>
          </a:blip>
          <a:srcRect b="15369" l="0" r="0" t="0"/>
          <a:stretch/>
        </p:blipFill>
        <p:spPr>
          <a:xfrm>
            <a:off x="0" y="3484575"/>
            <a:ext cx="9144003" cy="16589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/>
          <p:nvPr/>
        </p:nvSpPr>
        <p:spPr>
          <a:xfrm>
            <a:off x="327800" y="995200"/>
            <a:ext cx="8461800" cy="2489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6593000" y="3283250"/>
            <a:ext cx="2196600" cy="1556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4">
            <a:alphaModFix/>
          </a:blip>
          <a:srcRect b="30124" l="72869" r="4074" t="0"/>
          <a:stretch/>
        </p:blipFill>
        <p:spPr>
          <a:xfrm>
            <a:off x="377325" y="2136100"/>
            <a:ext cx="2108349" cy="13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1672" y="1075775"/>
            <a:ext cx="5915700" cy="3654300"/>
          </a:xfrm>
          <a:prstGeom prst="roundRect">
            <a:avLst>
              <a:gd fmla="val 1766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5000"/>
              </a:srgbClr>
            </a:outerShdw>
          </a:effectLst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6">
            <a:alphaModFix/>
          </a:blip>
          <a:srcRect b="8873" l="0" r="0" t="89393"/>
          <a:stretch/>
        </p:blipFill>
        <p:spPr>
          <a:xfrm>
            <a:off x="0" y="4822776"/>
            <a:ext cx="9144003" cy="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 b="5036" l="0" r="0" t="5036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/>
          <p:nvPr/>
        </p:nvSpPr>
        <p:spPr>
          <a:xfrm>
            <a:off x="327800" y="995200"/>
            <a:ext cx="8461800" cy="22569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0691" y="995200"/>
            <a:ext cx="2184600" cy="2256900"/>
          </a:xfrm>
          <a:prstGeom prst="roundRect">
            <a:avLst>
              <a:gd fmla="val 3046" name="adj"/>
            </a:avLst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5470" y="995201"/>
            <a:ext cx="2005800" cy="2256900"/>
          </a:xfrm>
          <a:prstGeom prst="roundRect">
            <a:avLst>
              <a:gd fmla="val 1254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